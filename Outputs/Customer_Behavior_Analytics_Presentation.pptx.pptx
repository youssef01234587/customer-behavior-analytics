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Customer Behavior Analytics Turning Retail Data into Actionable Business Insights Prepared by Youssef Talaat · End-to-End Data Analytics Project Python | SQL | PostgreSQL | Power B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BUSINESS PROBLEM Retail data can explain who buys, what sells and how promotions are used The question Shopping data can reveal customer behavior, product demand, discount usage and purchasing preferences, if it is prepared, queried and visualized reliably. This project follows the full path from raw CSV to recommendations. 1 Understand purchasing patterns across demographic groups 2 Identify high-volume products and categories 3 Evaluate discount and shipping patterns 4 Examine purchasing history and customer engagement 5 Provide evidence-based recommendations Customer Behavior Analytics · Youssef Talaat ·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DATASET AND WORKFLOW Six steps from raw file to business recommendations STEP 1 Raw CSV STEP 2 Python Data Preparation STEP 3 PostgreSQL STEP 4 SQL Analysis STEP 5 Power BI Dashboard STEP 6 Business Recommenda tions 3,900 purchase records 18 original columns Data preparation • Found 37 missing review ratings; filled with category-level median ratings • Standardized column names • Created four age groups • Converted purchase-frequency categories into approximate days • Removed a redundant promotional-code field after a consistency check Customer Behavior Analytics · Youssef Talaat ·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EXECUTIVE KPI OVERVIEW A $233K recorded purchase base with 43% discount usage 3,900 Purchase records $233,081 Total recorded purchase value (USD) $59.76 Average purchase amount (USD) 3.75 / 5 Average review rating 1,677 Discounted purchase records 43.0% Overall discount rate Figures count purchase records, not unique customers. Customer Behavior Analytics · Youssef Talaat ·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CUSTOMER AND DEMOGRAPHIC INSIGHTS Males account for two-thirds of recorded purchase value Recorded purchase value by gender (USD) Male $157,890 · 67.74% Female $75,191 · 32.26% Recorded purchase value by age group (USD) Young Adult $62,143 Middle-aged $59,197 Adult $55,978 Senior $55,763 Read with care: these are differences in recorded totals and do not explain why groups behave differently. Before adjusting marketing budgets, compare average purchase amounts, record counts and purchase frequency. Customer Behavior Analytics · Youssef Talaat ·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PRODUCT PERFORMANCE Clothing and Accessories drive 76.33% of purchase records Purchase records by category Clothing 1,737 · 44.54% Accessories 1,240 · 31.79% Footwear 599 · 15.36% Outerwear 324 · 8.31% Leading products (records) Blouse 171 Jewelry 171 Pants 171 Shirt 169 Dress 166 Proposed: use demand patterns to guide stock monitoring, and add inventory availability and product margins before final stocking decisions. Customer Behavior Analytics · Youssef Talaat ·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DISCOUNTS AND SHIPPING Discounted and non-discounted purchases look nearly the same Average purchase amount (USD) Discounted $59.28 No discount $60.13 1,677 discounted records · 43.0% rate · $0.85 higher without discount Shipping Express $60.48 Standard $58.46 Express is $2.02 higher on average Highest reported product discount rates Hat 50.00% Sneakers 49.66% Coat 49.07% Sweater 48.17% Pants 47.37% Discount-by-gender results differ between SQL and Power BI; unresolved. Observational only: no causation or promotional profitability is shown. Run controlled promotion tests measuring gross margin, conversion and shipping costs. Customer Behavior Analytics · Youssef Talaat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CUSTOMER LOYALTY AND SUBSCRIPTION Segment and subscription results need validation before use Reported segments (records) Loyal 3,116 · 79.90% Returning 701 · 17.97% New 83 · 2.13% Customer uniqueness and segment definitions require validation. Repeat-buyer records (&gt;5 prior purchases) Subscription No 2,518 Subscription Yes 958 Record counts, not unique customers. Data-validation priority: SQL and Power BI summaries conflict on subscription results. Subscription performance is not a settled conclusion. Customer Behavior Analytics · Youssef Talaat ·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RECOMMENDATIONS AND ACTION PLAN Five proposed actions, each tied to a measurable KPI Recommendation Proposed action Measurable KPI 1 Data reliability Reconcile SQL and Power BI measures; validate customer identifiers Metric match rate; duplicate-ID rate 2 Inventory planning Monitor demand for Clothing, Accessories and frequent products Stockout rate 3 Promotion optimization Test discount levels; assess incremental sales and margin Gross margin; discount conversion rate 4 Customer retention Validate segments, then test retention, re- engagement and onboarding Repeat-purchase rate 5 Shipping strategy Test selected Express offers; track cost and satisfaction Delivery cost per order Proposed actions, not achieved outcomes. No profit, conversion or causal impact has been measured. Customer Behavior Analytics · Youssef Talaat ·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CONCLUSION AND NEXT STEPS One workflow, from raw data to decision-ready insight What Python, PostgreSQL, SQL and Power BI delivered • Quantified customer and category patterns • Product demand and discount utilization insights • Practical recommendations for marketing, inventory and retention • Reconcile inconsistent metrics before management decisions Data that would strengthen the next analysis • Transaction dates • Product costs and gross margins • Returns and inventory • Sales channels • Validated customer-level purchase histories “Turning retail data into reliable insights and measurable business decisions.” Customer Behavior Analytics · Youssef Talaat ·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Behavior Analytics</dc:title>
  <dc:subject/>
  <dc:creator/>
  <cp:lastModifiedBy/>
  <cp:revision>1</cp:revision>
  <dcterms:created xsi:type="dcterms:W3CDTF">2026-10-20T18:44:16Z</dcterms:created>
  <dcterms:modified xsi:type="dcterms:W3CDTF">2026-10-20T18:44:16Z</dcterms:modified>
</cp:coreProperties>
</file>